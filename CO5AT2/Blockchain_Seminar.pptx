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1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91440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2A3573"/>
          </a:solidFill>
          <a:ln w="12700">
            <a:solidFill>
              <a:srgbClr val="3B47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141732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2A3573"/>
          </a:solidFill>
          <a:ln w="12700">
            <a:solidFill>
              <a:srgbClr val="3B47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91440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2A3573"/>
          </a:solidFill>
          <a:ln w="12700">
            <a:solidFill>
              <a:srgbClr val="3B47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237744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2A3573"/>
          </a:solidFill>
          <a:ln w="12700">
            <a:solidFill>
              <a:srgbClr val="3B47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288036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2A3573"/>
          </a:solidFill>
          <a:ln w="12700">
            <a:solidFill>
              <a:srgbClr val="3B47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0" y="288036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2A3573"/>
          </a:solidFill>
          <a:ln w="12700">
            <a:solidFill>
              <a:srgbClr val="3B47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45168" y="1389888"/>
            <a:ext cx="777240" cy="0"/>
          </a:xfrm>
          <a:prstGeom prst="line">
            <a:avLst/>
          </a:prstGeom>
          <a:noFill/>
          <a:ln w="25400">
            <a:solidFill>
              <a:srgbClr val="3B47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0122408" y="1389888"/>
            <a:ext cx="548640" cy="502920"/>
          </a:xfrm>
          <a:prstGeom prst="line">
            <a:avLst/>
          </a:prstGeom>
          <a:noFill/>
          <a:ln w="25400">
            <a:solidFill>
              <a:srgbClr val="3B47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45168" y="2377440"/>
            <a:ext cx="777240" cy="0"/>
          </a:xfrm>
          <a:prstGeom prst="line">
            <a:avLst/>
          </a:prstGeom>
          <a:noFill/>
          <a:ln w="25400">
            <a:solidFill>
              <a:srgbClr val="3B47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45168" y="1389888"/>
            <a:ext cx="0" cy="1463040"/>
          </a:xfrm>
          <a:prstGeom prst="line">
            <a:avLst/>
          </a:prstGeom>
          <a:noFill/>
          <a:ln w="25400">
            <a:solidFill>
              <a:srgbClr val="3B47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1691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Technology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94360" y="2514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Decentralized Applications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transparent way to store data and power applications without a central authority.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17" name="Image 0" descr="/home/claude/blockchain_ppt/icon_cubes_F2B7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5022799"/>
            <a:ext cx="241402" cy="24140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80160" y="48920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ledger  •  Blocks &amp; chains  •  Smart contracts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6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Technology &amp; Decentralized Applications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Blockchain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transaction to a permanent record on the chain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305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blockchain_ppt/icon_cube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227795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75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Transaction Created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80720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initiates a transaction to send data or value.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1305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blockchain_ppt/icon_shar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113" y="227795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5232" y="2075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Shared with Network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53712" y="280720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is broadcast to participants across the network.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01584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0184" y="21305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blockchain_ppt/icon_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585" y="2277953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61704" y="2075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Verified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30184" y="280720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participants validate that the transaction is genuine.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023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2793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blockchain_ppt/icon_lin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" y="4426793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224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Added to a Block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77240" y="49560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transactions are grouped together into a new block.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25112" y="4023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53712" y="42793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/home/claude/blockchain_ppt/icon_cube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113" y="4426793"/>
            <a:ext cx="272125" cy="2721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85232" y="4224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Block Joins the Chain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53712" y="49560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is linked to the existing blockchain.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01584" y="4023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0184" y="42793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/home/claude/blockchain_ppt/icon_lo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585" y="4426793"/>
            <a:ext cx="272125" cy="27212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61704" y="4224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Made Permanent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30184" y="49560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becomes secure and extremely difficult to alter.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Technology &amp; Decentralized Applications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BLOCKCHAIN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Decentralized Applications (DApps)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6" name="Image 0" descr="/home/claude/blockchain_ppt/icon_globe_F2B7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086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application that runs on a blockchain network instead of a single central server.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3849624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9" name="Text 6"/>
          <p:cNvSpPr/>
          <p:nvPr/>
        </p:nvSpPr>
        <p:spPr>
          <a:xfrm>
            <a:off x="1170432" y="3685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depend on one central authority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4400" y="450799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1" name="Text 8"/>
          <p:cNvSpPr/>
          <p:nvPr/>
        </p:nvSpPr>
        <p:spPr>
          <a:xfrm>
            <a:off x="1170432" y="4343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smart contracts to run its operations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14400" y="5166360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3" name="Text 10"/>
          <p:cNvSpPr/>
          <p:nvPr/>
        </p:nvSpPr>
        <p:spPr>
          <a:xfrm>
            <a:off x="1170432" y="50017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interact directly with the blockchain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989320" y="160020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89320" y="210312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5452" y="23317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1" descr="/home/claude/blockchain_ppt/icon_coins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608" y="2483876"/>
            <a:ext cx="280904" cy="2809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126480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172200" y="3383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finance — lending, saving, trading without banks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915400" y="210312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971532" y="23317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2" descr="/home/claude/blockchain_ppt/icon_gamepad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3688" y="2483876"/>
            <a:ext cx="280904" cy="28090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52560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Games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9098280" y="3383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with player-owned in-game assets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989320" y="420624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045452" y="4434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3" descr="/home/claude/blockchain_ppt/icon_image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608" y="4586996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126480" y="5166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Marketplaces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617220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and selling unique digital assets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8915400" y="420624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971532" y="4434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2" name="Image 4" descr="/home/claude/blockchain_ppt/icon_exchange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3688" y="4586996"/>
            <a:ext cx="280904" cy="28090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052560" y="5166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Exchanges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909828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trading of digital currencies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Technology &amp; Decentralized Applications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ON-CHAIN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Contracts &amp;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blockchain_ppt/icon_contrac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0985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Contract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14400" y="3392424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9" name="Text 6"/>
          <p:cNvSpPr/>
          <p:nvPr/>
        </p:nvSpPr>
        <p:spPr>
          <a:xfrm>
            <a:off x="1170432" y="32278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stored directly on a blockchain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4078224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1" name="Text 8"/>
          <p:cNvSpPr/>
          <p:nvPr/>
        </p:nvSpPr>
        <p:spPr>
          <a:xfrm>
            <a:off x="1170432" y="39136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executes when conditions are met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4764024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3" name="Text 10"/>
          <p:cNvSpPr/>
          <p:nvPr/>
        </p:nvSpPr>
        <p:spPr>
          <a:xfrm>
            <a:off x="1170432" y="45994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need for intermediaries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14400" y="5449824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5" name="Text 12"/>
          <p:cNvSpPr/>
          <p:nvPr/>
        </p:nvSpPr>
        <p:spPr>
          <a:xfrm>
            <a:off x="1170432" y="5285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transparency and automation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937760" y="16002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Blockchain &amp; DApps Apply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937760" y="2103120"/>
            <a:ext cx="1517904" cy="173736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22392" y="2304288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1" descr="/home/claude/blockchain_ppt/icon_bank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038" y="2446934"/>
            <a:ext cx="263347" cy="26334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10912" y="29992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620256" y="2103120"/>
            <a:ext cx="1517904" cy="173736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104888" y="2304288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2" descr="/home/claude/blockchain_ppt/icon_health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534" y="2446934"/>
            <a:ext cx="263347" cy="26334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93408" y="29992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302752" y="2103120"/>
            <a:ext cx="1517904" cy="173736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787384" y="2304288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3" descr="/home/claude/blockchain_ppt/icon_grad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0030" y="2446934"/>
            <a:ext cx="263347" cy="26334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375904" y="29992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9985248" y="2103120"/>
            <a:ext cx="1517904" cy="173736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469880" y="2304288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4" descr="/home/claude/blockchain_ppt/icon_truck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2526" y="2446934"/>
            <a:ext cx="263347" cy="263347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058400" y="29992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937760" y="4023360"/>
            <a:ext cx="1517904" cy="173736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5422392" y="4224528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5" name="Image 5" descr="/home/claude/blockchain_ppt/icon_vote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5038" y="4367174"/>
            <a:ext cx="263347" cy="263347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010912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6620256" y="4023360"/>
            <a:ext cx="1517904" cy="173736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7104888" y="4224528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9" name="Image 6" descr="/home/claude/blockchain_ppt/icon_gamepad_1E276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7534" y="4367174"/>
            <a:ext cx="263347" cy="263347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693408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8302752" y="4023360"/>
            <a:ext cx="1517904" cy="173736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8787384" y="4224528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3" name="Image 7" descr="/home/claude/blockchain_ppt/icon_image_1E276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0030" y="4367174"/>
            <a:ext cx="263347" cy="263347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8375904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NFTs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Technology &amp; Decentralized Applications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Advantages, Challenges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2A357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blockchain_ppt/icon_check_F2B7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9595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pic>
        <p:nvPicPr>
          <p:cNvPr id="8" name="Image 1" descr="/home/claude/blockchain_ppt/icon_lock_F2B7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7008" y="24231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security</a:t>
            </a:r>
            <a:endParaRPr lang="en-US" sz="1250" dirty="0"/>
          </a:p>
        </p:txBody>
      </p:sp>
      <p:pic>
        <p:nvPicPr>
          <p:cNvPr id="10" name="Image 2" descr="/home/claude/blockchain_ppt/icon_eye_F2B7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5292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28072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50" dirty="0"/>
          </a:p>
        </p:txBody>
      </p:sp>
      <p:pic>
        <p:nvPicPr>
          <p:cNvPr id="12" name="Image 3" descr="/home/claude/blockchain_ppt/icon_globe_F2B70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3697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1912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Decentralization</a:t>
            </a:r>
            <a:endParaRPr lang="en-US" sz="1250" dirty="0"/>
          </a:p>
        </p:txBody>
      </p:sp>
      <p:pic>
        <p:nvPicPr>
          <p:cNvPr id="14" name="Image 4" descr="/home/claude/blockchain_ppt/icon_bolt_F2B7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621024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07008" y="357530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50" dirty="0"/>
          </a:p>
        </p:txBody>
      </p:sp>
      <p:pic>
        <p:nvPicPr>
          <p:cNvPr id="16" name="Image 5" descr="/home/claude/blockchain_ppt/icon_exchange_F2B7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005072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07008" y="39593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dependency on intermediaries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6309360" y="160020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2A3573"/>
          </a:solidFill>
          <a:ln/>
        </p:spPr>
      </p:sp>
      <p:sp>
        <p:nvSpPr>
          <p:cNvPr id="19" name="Shape 11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6" descr="/home/claude/blockchain_ppt/icon_warning_F2B70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4439" y="1959559"/>
            <a:ext cx="241402" cy="24140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223760" y="1828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22" name="Shape 13"/>
          <p:cNvSpPr/>
          <p:nvPr/>
        </p:nvSpPr>
        <p:spPr>
          <a:xfrm>
            <a:off x="6583680" y="2523744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3" name="Text 14"/>
          <p:cNvSpPr/>
          <p:nvPr/>
        </p:nvSpPr>
        <p:spPr>
          <a:xfrm>
            <a:off x="6876288" y="2423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issues</a:t>
            </a:r>
            <a:endParaRPr lang="en-US" sz="1250" dirty="0"/>
          </a:p>
        </p:txBody>
      </p:sp>
      <p:sp>
        <p:nvSpPr>
          <p:cNvPr id="24" name="Shape 15"/>
          <p:cNvSpPr/>
          <p:nvPr/>
        </p:nvSpPr>
        <p:spPr>
          <a:xfrm>
            <a:off x="6583680" y="290779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5" name="Text 16"/>
          <p:cNvSpPr/>
          <p:nvPr/>
        </p:nvSpPr>
        <p:spPr>
          <a:xfrm>
            <a:off x="6876288" y="28072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 consumption in some networks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6583680" y="3291840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7" name="Text 18"/>
          <p:cNvSpPr/>
          <p:nvPr/>
        </p:nvSpPr>
        <p:spPr>
          <a:xfrm>
            <a:off x="6876288" y="31912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fees</a:t>
            </a:r>
            <a:endParaRPr lang="en-US" sz="1250" dirty="0"/>
          </a:p>
        </p:txBody>
      </p:sp>
      <p:sp>
        <p:nvSpPr>
          <p:cNvPr id="28" name="Shape 19"/>
          <p:cNvSpPr/>
          <p:nvPr/>
        </p:nvSpPr>
        <p:spPr>
          <a:xfrm>
            <a:off x="6583680" y="3675888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9" name="Text 20"/>
          <p:cNvSpPr/>
          <p:nvPr/>
        </p:nvSpPr>
        <p:spPr>
          <a:xfrm>
            <a:off x="6876288" y="357530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concerns</a:t>
            </a:r>
            <a:endParaRPr lang="en-US" sz="1250" dirty="0"/>
          </a:p>
        </p:txBody>
      </p:sp>
      <p:sp>
        <p:nvSpPr>
          <p:cNvPr id="30" name="Shape 21"/>
          <p:cNvSpPr/>
          <p:nvPr/>
        </p:nvSpPr>
        <p:spPr>
          <a:xfrm>
            <a:off x="6583680" y="4059936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31" name="Text 22"/>
          <p:cNvSpPr/>
          <p:nvPr/>
        </p:nvSpPr>
        <p:spPr>
          <a:xfrm>
            <a:off x="6876288" y="395935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complexity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548640" y="4709160"/>
            <a:ext cx="11109960" cy="1600200"/>
          </a:xfrm>
          <a:prstGeom prst="roundRect">
            <a:avLst>
              <a:gd name="adj" fmla="val 5714"/>
            </a:avLst>
          </a:prstGeom>
          <a:solidFill>
            <a:srgbClr val="141B4D"/>
          </a:solidFill>
          <a:ln/>
        </p:spPr>
      </p:sp>
      <p:sp>
        <p:nvSpPr>
          <p:cNvPr id="33" name="Text 24"/>
          <p:cNvSpPr/>
          <p:nvPr/>
        </p:nvSpPr>
        <p:spPr>
          <a:xfrm>
            <a:off x="868680" y="4873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868680" y="5239512"/>
            <a:ext cx="10469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provides a secure, decentralized way to store and exchange information. DApps build on this foundation to deliver services without depending entirely on a central authority — and together, they hold real potential to transform industries from finance to healthcare.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6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Technology &amp; Decentralized Applications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2026-08-23T11:34:48Z</dcterms:created>
  <dcterms:modified xsi:type="dcterms:W3CDTF">2026-08-23T11:34:48Z</dcterms:modified>
</cp:coreProperties>
</file>